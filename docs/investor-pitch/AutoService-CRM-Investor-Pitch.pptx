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AutoService CRM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для магазинов автозапчастей и автосервисов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80467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inbox · Авито · Склад · Заказы · СДЭК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Питч для инвесторов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работает в хаосе — деньги уходят в «дыры» процессов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Продавцы запчастей ведут 3–5 каналов: Авито, Telegram, WhatsApp, звонки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теряются между мессенджерами и Excel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VIN, объявление и цена — в переписке, а не в CRM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Универсальные CRM (AmoCRM, Bitrix) не заточены под автобизнес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Авито через посредников — дорого и неудобно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первого сообщения до отправки заказа — без ручного переноса данных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окно для всех каналов продаж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Нативная интеграция с Авито (несколько аккаунтов)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извлечение VIN и контекста объявления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 → заказ → доставка СДЭК в одной цепочке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на ремонт для СТО и аналитика для руководителя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Inbox: Авито, Telegram, WhatsApp, VK — в реальном времени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Авито: объявление, цена, фото, синхронизация истории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Заказы: воронка запчастей и СТО, позиции со склада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Склад: артикулы, остатки, ячейки, контроль дефицита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Телефония Мегафон/МТС · 📦 СДЭК · ✨ ИИ-подсказки YandexGPT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мы сильнее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AmoCRM продаёт настройку. Мы продаём готовый рабочий процесс.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Вертикальная специализация: автозапчасти + СТО, не «CRM для всех»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Авито в ядре продукта — несколько аккаунтов из коробки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Сквозной процесс: чат → клиент → заказ → склад → доставка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Self-hosted: данные у клиента, без платы за каждого менеджера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Готовые шаблоны: VIN, наличие, оригинал/аналог, запись на СТО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Бизнес-модель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Низкий CAC за счёт узкой ниши и сарафанного радио в автосообществе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SaaS-подписка для магазинов и СТО (ежемесячно за точку/команду)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и настройка каналов (Авито, телефония, СДЭК)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для сетей автозапчастей и франшиз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Доп. модули: рассылки, аналитика, доп. операторы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Россия: 500 000+ точек продажи автозапчастей и тысячи СТО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Авито — главный канал B2C-продаж запчастей в РФ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Целевой сегмент: 2–20 сотрудников, 2+ аккаунта Авито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 CRM-конкурентов: 1 500–5 000 ₽/мес за пользователя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модель: фикс за команду + внедрение — выгоднее при росте штата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Текущий статус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работает на реальных продажах, не на слайдах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MVP в продакшене (crmavito.online)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4 аккаунта Авито, Telegram, WhatsApp, телефония, СДЭК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Реальные клиенты и диалоги в боевой эксплуатации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Склад, заказы, календарь ремонта, внутренний чат команды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Масштабирование onboarding и биллинга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· 12 месяцев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SaaS-биллинг, онбординг за 1 день, мобильная версия inbox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Маркетплейсы (Ozon/WB), поставщики по API, мультифилиальность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AI-автоответы, прогноз спроса по складу, партнёрская сеть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100 платящих клиентов, ARR-метрики, расширение команды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 к инвесторам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594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Инвестируем в CRM, которую автобизнес реально использует каждый день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Раунд: Pre-seed / Seed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маркетинг в нише, команда продаж, ускорение разработки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что пойдут средства: 40% продукт · 35% продажи · 25% инфраструктура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Контакт: admin@crm.local · crmavito.online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AutoService CRM — продавайте запчасти быстрее конкурентов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32104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AutoService CRM — Investor Pitch</dc:title>
  <dc:subject>PptxGenJS Presentation</dc:subject>
  <dc:creator>AutoService CRM</dc:creator>
  <cp:lastModifiedBy>AutoService CRM</cp:lastModifiedBy>
  <cp:revision>1</cp:revision>
  <dcterms:created xsi:type="dcterms:W3CDTF">2026-06-09T10:42:50Z</dcterms:created>
  <dcterms:modified xsi:type="dcterms:W3CDTF">2026-06-09T10:42:50Z</dcterms:modified>
</cp:coreProperties>
</file>